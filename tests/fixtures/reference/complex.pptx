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presentation. This tests complex PPTX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each bullet point in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Complex Presentation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Testing PPTX extraction capabilities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point one</a:t>
            </a:r>
          </a:p>
          <a:p>
            <a:pPr/>
            <a:r>
              <a:t>Main point two</a:t>
            </a:r>
          </a:p>
          <a:p>
            <a:pPr lvl="1"/>
            <a:r>
              <a:t>Sub-point under two</a:t>
            </a:r>
          </a:p>
          <a:p>
            <a:pPr/>
            <a:r>
              <a:t>Main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Left Column</a:t>
            </a:r>
          </a:p>
          <a:p>
            <a:r>
              <a:t>Item A</a:t>
            </a:r>
          </a:p>
          <a:p>
            <a:r>
              <a:t>Item B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Right Column</a:t>
            </a:r>
          </a:p>
          <a:p>
            <a:r>
              <a:t>Item X</a:t>
            </a:r>
          </a:p>
          <a:p>
            <a:r>
              <a:t>Item 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Designer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Charlie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Away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Shapes and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27432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Rectangle with text inside</a:t>
            </a:r>
          </a:p>
        </p:txBody>
      </p:sp>
      <p:sp>
        <p:nvSpPr>
          <p:cNvPr id="5" name="Oval 4"/>
          <p:cNvSpPr/>
          <p:nvPr/>
        </p:nvSpPr>
        <p:spPr>
          <a:xfrm>
            <a:off x="4572000" y="1828800"/>
            <a:ext cx="2743200" cy="1371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Oval shape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a standalone text box with important information.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